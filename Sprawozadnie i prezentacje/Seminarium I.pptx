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391" r:id="rId2"/>
    <p:sldId id="298" r:id="rId3"/>
    <p:sldId id="392" r:id="rId4"/>
    <p:sldId id="394" r:id="rId5"/>
    <p:sldId id="393" r:id="rId6"/>
    <p:sldId id="395" r:id="rId7"/>
    <p:sldId id="396" r:id="rId8"/>
    <p:sldId id="320" r:id="rId9"/>
    <p:sldId id="325" r:id="rId10"/>
    <p:sldId id="389" r:id="rId11"/>
  </p:sldIdLst>
  <p:sldSz cx="24384000" cy="13716000"/>
  <p:notesSz cx="9144000" cy="6858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C9324A95-C179-42B0-88B6-91656287D470}">
          <p14:sldIdLst>
            <p14:sldId id="391"/>
            <p14:sldId id="298"/>
            <p14:sldId id="392"/>
            <p14:sldId id="394"/>
            <p14:sldId id="393"/>
            <p14:sldId id="395"/>
            <p14:sldId id="396"/>
            <p14:sldId id="320"/>
            <p14:sldId id="325"/>
            <p14:sldId id="3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C8E"/>
    <a:srgbClr val="0B294C"/>
    <a:srgbClr val="FBBA00"/>
    <a:srgbClr val="535353"/>
    <a:srgbClr val="087F7F"/>
    <a:srgbClr val="DCDDDF"/>
    <a:srgbClr val="7F7F7F"/>
    <a:srgbClr val="19A6CD"/>
    <a:srgbClr val="00B050"/>
    <a:srgbClr val="1BB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8BD3B-13FD-4C14-8BC3-2C5E8B12191A}" v="31" dt="2024-11-17T20:47:43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1" autoAdjust="0"/>
    <p:restoredTop sz="94678" autoAdjust="0"/>
  </p:normalViewPr>
  <p:slideViewPr>
    <p:cSldViewPr snapToGrid="0" showGuides="1">
      <p:cViewPr varScale="1">
        <p:scale>
          <a:sx n="53" d="100"/>
          <a:sy n="53" d="100"/>
        </p:scale>
        <p:origin x="1026" y="96"/>
      </p:cViewPr>
      <p:guideLst/>
    </p:cSldViewPr>
  </p:slideViewPr>
  <p:outlineViewPr>
    <p:cViewPr>
      <p:scale>
        <a:sx n="33" d="100"/>
        <a:sy n="33" d="100"/>
      </p:scale>
      <p:origin x="0" y="-45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7696"/>
    </p:cViewPr>
  </p:sorterViewPr>
  <p:notesViewPr>
    <p:cSldViewPr snapToGrid="0" showGuides="1">
      <p:cViewPr varScale="1">
        <p:scale>
          <a:sx n="165" d="100"/>
          <a:sy n="165" d="100"/>
        </p:scale>
        <p:origin x="289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stopki 5"/>
          <p:cNvSpPr>
            <a:spLocks noGrp="1"/>
          </p:cNvSpPr>
          <p:nvPr>
            <p:ph type="ftr" sz="quarter" idx="2"/>
          </p:nvPr>
        </p:nvSpPr>
        <p:spPr>
          <a:xfrm>
            <a:off x="645042" y="5314550"/>
            <a:ext cx="7861005" cy="3440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CBC42-6563-49C0-9AB0-0B46679F5AB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DD579-49B2-4848-8B9E-FAC72A3B8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5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71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3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5435600" y="3057525"/>
            <a:ext cx="135128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312400" y="3057525"/>
            <a:ext cx="123952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Welcome Mess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115447" y="3529906"/>
            <a:ext cx="6778196" cy="66561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4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About U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257490" y="3513538"/>
            <a:ext cx="3128210" cy="3128210"/>
          </a:xfrm>
          <a:custGeom>
            <a:avLst/>
            <a:gdLst>
              <a:gd name="connsiteX0" fmla="*/ 1564105 w 3128210"/>
              <a:gd name="connsiteY0" fmla="*/ 0 h 3128210"/>
              <a:gd name="connsiteX1" fmla="*/ 3128210 w 3128210"/>
              <a:gd name="connsiteY1" fmla="*/ 1564105 h 3128210"/>
              <a:gd name="connsiteX2" fmla="*/ 1564105 w 3128210"/>
              <a:gd name="connsiteY2" fmla="*/ 3128210 h 3128210"/>
              <a:gd name="connsiteX3" fmla="*/ 0 w 3128210"/>
              <a:gd name="connsiteY3" fmla="*/ 1564105 h 3128210"/>
              <a:gd name="connsiteX4" fmla="*/ 1564105 w 3128210"/>
              <a:gd name="connsiteY4" fmla="*/ 0 h 312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10" h="3128210">
                <a:moveTo>
                  <a:pt x="1564105" y="0"/>
                </a:moveTo>
                <a:cubicBezTo>
                  <a:pt x="2427936" y="0"/>
                  <a:pt x="3128210" y="700274"/>
                  <a:pt x="3128210" y="1564105"/>
                </a:cubicBezTo>
                <a:cubicBezTo>
                  <a:pt x="3128210" y="2427936"/>
                  <a:pt x="2427936" y="3128210"/>
                  <a:pt x="1564105" y="3128210"/>
                </a:cubicBezTo>
                <a:cubicBezTo>
                  <a:pt x="700274" y="3128210"/>
                  <a:pt x="0" y="2427936"/>
                  <a:pt x="0" y="1564105"/>
                </a:cubicBezTo>
                <a:cubicBezTo>
                  <a:pt x="0" y="700274"/>
                  <a:pt x="700274" y="0"/>
                  <a:pt x="156410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04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Company TImelin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4910963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8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Company TImelin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1646238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0100109" y="6785061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74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Company TImelin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0100109" y="4091055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1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-Our Suc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2649200" y="5354283"/>
            <a:ext cx="10058400" cy="67123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Our Dedicated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9890564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219976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549388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9878800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9890564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3219976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549388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19878800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25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-Meet the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957996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850089" y="596531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82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-Meet the Team Expe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679516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710848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79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00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-Meet the Cr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132257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3437220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8742182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570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7844476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861661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7878845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-Slide with Two Narrow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7733492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2551343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5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-Digita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7418145" y="1646238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0" y="6073540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76400" y="1646238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7418144" y="7851385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72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-Design 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0"/>
            <a:ext cx="6024607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45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-Design &amp; Pr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020548" y="17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043611" y="36593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19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-Phot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21031201" cy="1206976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-Our Stud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19900" cy="13716000"/>
          </a:xfrm>
          <a:custGeom>
            <a:avLst/>
            <a:gdLst>
              <a:gd name="connsiteX0" fmla="*/ 0 w 6819900"/>
              <a:gd name="connsiteY0" fmla="*/ 0 h 13716000"/>
              <a:gd name="connsiteX1" fmla="*/ 6819900 w 6819900"/>
              <a:gd name="connsiteY1" fmla="*/ 0 h 13716000"/>
              <a:gd name="connsiteX2" fmla="*/ 6819900 w 6819900"/>
              <a:gd name="connsiteY2" fmla="*/ 13716000 h 13716000"/>
              <a:gd name="connsiteX3" fmla="*/ 0 w 6819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13716000">
                <a:moveTo>
                  <a:pt x="0" y="0"/>
                </a:moveTo>
                <a:lnTo>
                  <a:pt x="6819900" y="0"/>
                </a:lnTo>
                <a:lnTo>
                  <a:pt x="68199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7115946" y="0"/>
            <a:ext cx="6819900" cy="6709978"/>
          </a:xfrm>
          <a:custGeom>
            <a:avLst/>
            <a:gdLst>
              <a:gd name="connsiteX0" fmla="*/ 0 w 6819900"/>
              <a:gd name="connsiteY0" fmla="*/ 0 h 6709978"/>
              <a:gd name="connsiteX1" fmla="*/ 6819900 w 6819900"/>
              <a:gd name="connsiteY1" fmla="*/ 0 h 6709978"/>
              <a:gd name="connsiteX2" fmla="*/ 6819900 w 6819900"/>
              <a:gd name="connsiteY2" fmla="*/ 6709978 h 6709978"/>
              <a:gd name="connsiteX3" fmla="*/ 0 w 6819900"/>
              <a:gd name="connsiteY3" fmla="*/ 6709978 h 67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09978">
                <a:moveTo>
                  <a:pt x="0" y="0"/>
                </a:moveTo>
                <a:lnTo>
                  <a:pt x="6819900" y="0"/>
                </a:lnTo>
                <a:lnTo>
                  <a:pt x="6819900" y="6709978"/>
                </a:lnTo>
                <a:lnTo>
                  <a:pt x="0" y="67099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7115946" y="7000240"/>
            <a:ext cx="6819900" cy="6715760"/>
          </a:xfrm>
          <a:custGeom>
            <a:avLst/>
            <a:gdLst>
              <a:gd name="connsiteX0" fmla="*/ 0 w 6819900"/>
              <a:gd name="connsiteY0" fmla="*/ 0 h 6715760"/>
              <a:gd name="connsiteX1" fmla="*/ 6819900 w 6819900"/>
              <a:gd name="connsiteY1" fmla="*/ 0 h 6715760"/>
              <a:gd name="connsiteX2" fmla="*/ 6819900 w 6819900"/>
              <a:gd name="connsiteY2" fmla="*/ 6715760 h 6715760"/>
              <a:gd name="connsiteX3" fmla="*/ 0 w 6819900"/>
              <a:gd name="connsiteY3" fmla="*/ 6715760 h 671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15760">
                <a:moveTo>
                  <a:pt x="0" y="0"/>
                </a:moveTo>
                <a:lnTo>
                  <a:pt x="6819900" y="0"/>
                </a:lnTo>
                <a:lnTo>
                  <a:pt x="6819900" y="6715760"/>
                </a:lnTo>
                <a:lnTo>
                  <a:pt x="0" y="67157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9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-Customer Testemonial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2827293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3775555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3775555" y="164623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57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-Slide with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933407" y="1646238"/>
            <a:ext cx="10774194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82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-Slide with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9229021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4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-Our 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4688151" y="1646238"/>
            <a:ext cx="8019449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182275" y="587141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63700" y="817099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-Photo Gallery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5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-Photo Gallery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696226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6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-Photo Gallery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9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34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-Photo Gallery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755945" y="1646238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5835489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0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2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-Photo Gallery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7605376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295719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698605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39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40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-Photo Gallery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7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76401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9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5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882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-Photo Gallery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8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8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4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76401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0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-Photo Gallery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401" y="6155450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5835488" y="1646236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5835488" y="7772842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8735292" y="1646236"/>
            <a:ext cx="6872112" cy="103978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48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-Photo Gallery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7605376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2295717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6986059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9"/>
          </p:nvPr>
        </p:nvSpPr>
        <p:spPr>
          <a:xfrm>
            <a:off x="1676401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20"/>
          </p:nvPr>
        </p:nvSpPr>
        <p:spPr>
          <a:xfrm>
            <a:off x="17605376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21"/>
          </p:nvPr>
        </p:nvSpPr>
        <p:spPr>
          <a:xfrm>
            <a:off x="12295717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22"/>
          </p:nvPr>
        </p:nvSpPr>
        <p:spPr>
          <a:xfrm>
            <a:off x="6986059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-Portfolio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464580" y="5660195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1118103" y="5023564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9967142" y="8106820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78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-Mobile App in The H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846551" y="2578101"/>
            <a:ext cx="3177116" cy="560705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bg1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bg1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4" name="TextBox 10"/>
          <p:cNvSpPr txBox="1"/>
          <p:nvPr userDrawn="1"/>
        </p:nvSpPr>
        <p:spPr>
          <a:xfrm>
            <a:off x="481263" y="68103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-Project Showca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6847909" y="4374834"/>
            <a:ext cx="10688251" cy="67046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1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-App Featur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2366433" y="2927350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-App in Wat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414002" y="4572000"/>
            <a:ext cx="3718558" cy="465751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39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-App Design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020301" y="2929467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64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-Portfolio in Macboo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623446" y="3017672"/>
            <a:ext cx="11057753" cy="69264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-Macbook &amp; iPhone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-1460500" y="3395133"/>
            <a:ext cx="10024533" cy="62568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7736177" y="6424082"/>
            <a:ext cx="3270490" cy="578485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46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-Web Design &amp; Develop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291326" y="2840682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3159194" y="5839572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12012678" y="8920766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-Portfolio in iMa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440160" y="2557432"/>
            <a:ext cx="10480040" cy="631351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7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-Portfolio in iPho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8513233" y="6081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3686084" y="43666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8722109" y="2652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5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/>
          <p:cNvSpPr/>
          <p:nvPr userDrawn="1"/>
        </p:nvSpPr>
        <p:spPr>
          <a:xfrm>
            <a:off x="0" y="12079288"/>
            <a:ext cx="24384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/>
          <p:cNvSpPr txBox="1"/>
          <p:nvPr userDrawn="1"/>
        </p:nvSpPr>
        <p:spPr>
          <a:xfrm>
            <a:off x="16836424" y="12612289"/>
            <a:ext cx="7098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CURABITUR</a:t>
            </a:r>
            <a:r>
              <a:rPr lang="pl-PL" sz="30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 PULVINAR QUAM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26" y="12272895"/>
            <a:ext cx="3334313" cy="12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9" r:id="rId2"/>
    <p:sldLayoutId id="2147483710" r:id="rId3"/>
    <p:sldLayoutId id="2147483682" r:id="rId4"/>
    <p:sldLayoutId id="2147483691" r:id="rId5"/>
    <p:sldLayoutId id="2147483693" r:id="rId6"/>
    <p:sldLayoutId id="2147483713" r:id="rId7"/>
    <p:sldLayoutId id="2147483714" r:id="rId8"/>
    <p:sldLayoutId id="2147483715" r:id="rId9"/>
    <p:sldLayoutId id="2147483730" r:id="rId10"/>
    <p:sldLayoutId id="2147483707" r:id="rId11"/>
    <p:sldLayoutId id="2147483705" r:id="rId12"/>
    <p:sldLayoutId id="2147483712" r:id="rId13"/>
    <p:sldLayoutId id="2147483706" r:id="rId14"/>
    <p:sldLayoutId id="2147483719" r:id="rId15"/>
    <p:sldLayoutId id="2147483716" r:id="rId16"/>
    <p:sldLayoutId id="2147483718" r:id="rId17"/>
    <p:sldLayoutId id="2147483708" r:id="rId18"/>
    <p:sldLayoutId id="2147483692" r:id="rId19"/>
    <p:sldLayoutId id="2147483690" r:id="rId20"/>
    <p:sldLayoutId id="2147483686" r:id="rId21"/>
    <p:sldLayoutId id="2147483720" r:id="rId22"/>
    <p:sldLayoutId id="2147483685" r:id="rId23"/>
    <p:sldLayoutId id="2147483684" r:id="rId24"/>
    <p:sldLayoutId id="2147483689" r:id="rId25"/>
    <p:sldLayoutId id="2147483722" r:id="rId26"/>
    <p:sldLayoutId id="2147483723" r:id="rId27"/>
    <p:sldLayoutId id="2147483721" r:id="rId28"/>
    <p:sldLayoutId id="2147483725" r:id="rId29"/>
    <p:sldLayoutId id="2147483724" r:id="rId30"/>
    <p:sldLayoutId id="2147483726" r:id="rId31"/>
    <p:sldLayoutId id="2147483727" r:id="rId32"/>
    <p:sldLayoutId id="2147483728" r:id="rId33"/>
    <p:sldLayoutId id="2147483729" r:id="rId34"/>
    <p:sldLayoutId id="2147483697" r:id="rId35"/>
    <p:sldLayoutId id="2147483704" r:id="rId36"/>
    <p:sldLayoutId id="2147483702" r:id="rId37"/>
    <p:sldLayoutId id="2147483701" r:id="rId38"/>
    <p:sldLayoutId id="2147483700" r:id="rId39"/>
    <p:sldLayoutId id="2147483699" r:id="rId40"/>
    <p:sldLayoutId id="2147483694" r:id="rId41"/>
    <p:sldLayoutId id="2147483698" r:id="rId42"/>
    <p:sldLayoutId id="2147483717" r:id="rId43"/>
    <p:sldLayoutId id="2147483695" r:id="rId44"/>
    <p:sldLayoutId id="214748369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  <p15:guide id="3" orient="horz" pos="1031">
          <p15:clr>
            <a:srgbClr val="F26B43"/>
          </p15:clr>
        </p15:guide>
        <p15:guide id="4" pos="1012">
          <p15:clr>
            <a:srgbClr val="F26B43"/>
          </p15:clr>
        </p15:guide>
        <p15:guide id="5" pos="14348">
          <p15:clr>
            <a:srgbClr val="F26B43"/>
          </p15:clr>
        </p15:guide>
        <p15:guide id="6" orient="horz" pos="6588">
          <p15:clr>
            <a:srgbClr val="F26B43"/>
          </p15:clr>
        </p15:guide>
        <p15:guide id="7" orient="horz" pos="76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WFvAD3O5r8?feature=oembed" TargetMode="External"/><Relationship Id="rId5" Type="http://schemas.openxmlformats.org/officeDocument/2006/relationships/hyperlink" Target="https://www.youtube.com/watch?v=rWFvAD3O5r8" TargetMode="Externa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4D5C726F-B055-4C9F-91E9-F8EA34FA2B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/>
          <p:cNvSpPr txBox="1"/>
          <p:nvPr/>
        </p:nvSpPr>
        <p:spPr>
          <a:xfrm>
            <a:off x="2681036" y="6348278"/>
            <a:ext cx="19021928" cy="3385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 </a:t>
            </a:r>
            <a:r>
              <a:rPr lang="pl-PL" sz="110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SYMULATOR UKŁADU Automatycznej regulacji</a:t>
            </a:r>
            <a:endParaRPr lang="en-US" sz="110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96748" y="10152527"/>
            <a:ext cx="1679713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Okres Spotkanie organizacyjne – I spotkanie seminaryjne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/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065E7305-FB91-40B5-9D83-F8D3F4EF16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F4822F7-64E1-4D53-92A2-18353B6F3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0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52" y="1783909"/>
            <a:ext cx="788430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Podział pracy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623BCF5-D926-EE42-B998-6009DE5EA546}"/>
              </a:ext>
            </a:extLst>
          </p:cNvPr>
          <p:cNvSpPr txBox="1"/>
          <p:nvPr/>
        </p:nvSpPr>
        <p:spPr>
          <a:xfrm>
            <a:off x="12192000" y="3995678"/>
            <a:ext cx="9564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Oktawian Wysocki</a:t>
            </a:r>
          </a:p>
          <a:p>
            <a:r>
              <a:rPr lang="pl-PL" dirty="0">
                <a:solidFill>
                  <a:schemeClr val="bg1"/>
                </a:solidFill>
              </a:rPr>
              <a:t>- Stworzenie repozytorium na GitHubie;</a:t>
            </a:r>
          </a:p>
          <a:p>
            <a:r>
              <a:rPr lang="pl-PL" dirty="0">
                <a:solidFill>
                  <a:schemeClr val="bg1"/>
                </a:solidFill>
              </a:rPr>
              <a:t>- Tworzenie prezentacji na spotkania seminaryjne;</a:t>
            </a:r>
          </a:p>
          <a:p>
            <a:r>
              <a:rPr lang="pl-PL" dirty="0">
                <a:solidFill>
                  <a:schemeClr val="bg1"/>
                </a:solidFill>
              </a:rPr>
              <a:t>- Stworzenie klasy dla PID;</a:t>
            </a:r>
          </a:p>
          <a:p>
            <a:r>
              <a:rPr lang="pl-PL" dirty="0">
                <a:solidFill>
                  <a:schemeClr val="bg1"/>
                </a:solidFill>
              </a:rPr>
              <a:t>- Stworzenie GUI;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5122CF2-55E2-75C1-0763-6977BFE44CB1}"/>
              </a:ext>
            </a:extLst>
          </p:cNvPr>
          <p:cNvSpPr txBox="1"/>
          <p:nvPr/>
        </p:nvSpPr>
        <p:spPr>
          <a:xfrm>
            <a:off x="837406" y="3931920"/>
            <a:ext cx="91074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Mirosław Franczak</a:t>
            </a:r>
          </a:p>
          <a:p>
            <a:r>
              <a:rPr lang="pl-PL" dirty="0">
                <a:solidFill>
                  <a:schemeClr val="bg1"/>
                </a:solidFill>
              </a:rPr>
              <a:t>- Tworzenie schematów UML;</a:t>
            </a:r>
          </a:p>
          <a:p>
            <a:r>
              <a:rPr lang="pl-PL" dirty="0">
                <a:solidFill>
                  <a:schemeClr val="bg1"/>
                </a:solidFill>
              </a:rPr>
              <a:t>- Stworzenie klasy dla ARX;</a:t>
            </a:r>
          </a:p>
          <a:p>
            <a:r>
              <a:rPr lang="pl-PL" dirty="0">
                <a:solidFill>
                  <a:schemeClr val="bg1"/>
                </a:solidFill>
              </a:rPr>
              <a:t>- Stworzenie klasy dla Symulacji;</a:t>
            </a:r>
          </a:p>
          <a:p>
            <a:r>
              <a:rPr lang="pl-PL" dirty="0">
                <a:solidFill>
                  <a:schemeClr val="bg1"/>
                </a:solidFill>
              </a:rPr>
              <a:t>- Stworzenie GUI (pomoc);</a:t>
            </a:r>
          </a:p>
          <a:p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33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D32B1-EAA6-7423-22F0-EB2875D7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ED7E3-DC1A-5957-684A-9FE6887700FE}"/>
              </a:ext>
            </a:extLst>
          </p:cNvPr>
          <p:cNvSpPr txBox="1"/>
          <p:nvPr/>
        </p:nvSpPr>
        <p:spPr>
          <a:xfrm>
            <a:off x="84552" y="1783909"/>
            <a:ext cx="2026999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Prezentacja działania klasy modelującej obiekt ARX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0112C7-99E0-ABD5-6804-999761B52441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Multimedia online 2" title="działające testy">
            <a:hlinkClick r:id="" action="ppaction://media"/>
            <a:extLst>
              <a:ext uri="{FF2B5EF4-FFF2-40B4-BE49-F238E27FC236}">
                <a16:creationId xmlns:a16="http://schemas.microsoft.com/office/drawing/2014/main" id="{1240C439-46D7-3CAB-959E-0A7C348417A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053328" y="3255325"/>
            <a:ext cx="12752832" cy="7205350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09D32D9C-52BA-8960-2E7F-56A5833E2023}"/>
              </a:ext>
            </a:extLst>
          </p:cNvPr>
          <p:cNvSpPr txBox="1"/>
          <p:nvPr/>
        </p:nvSpPr>
        <p:spPr>
          <a:xfrm>
            <a:off x="6053328" y="11064240"/>
            <a:ext cx="965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do filmu</a:t>
            </a: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21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D32B1-EAA6-7423-22F0-EB2875D7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ED7E3-DC1A-5957-684A-9FE6887700FE}"/>
              </a:ext>
            </a:extLst>
          </p:cNvPr>
          <p:cNvSpPr txBox="1"/>
          <p:nvPr/>
        </p:nvSpPr>
        <p:spPr>
          <a:xfrm>
            <a:off x="84552" y="1783909"/>
            <a:ext cx="2026999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Plik h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0112C7-99E0-ABD5-6804-999761B52441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Obraz 10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F5A0313A-B61A-426F-2614-59416471A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1" y="2891904"/>
            <a:ext cx="12656171" cy="7239647"/>
          </a:xfrm>
          <a:prstGeom prst="rect">
            <a:avLst/>
          </a:prstGeom>
        </p:spPr>
      </p:pic>
      <p:pic>
        <p:nvPicPr>
          <p:cNvPr id="13" name="Obraz 12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C5918C2F-2D8F-AA89-08BF-E0B27BCF9E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283" y="2891904"/>
            <a:ext cx="11650469" cy="72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0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D32B1-EAA6-7423-22F0-EB2875D7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ED7E3-DC1A-5957-684A-9FE6887700FE}"/>
              </a:ext>
            </a:extLst>
          </p:cNvPr>
          <p:cNvSpPr txBox="1"/>
          <p:nvPr/>
        </p:nvSpPr>
        <p:spPr>
          <a:xfrm>
            <a:off x="84552" y="1783909"/>
            <a:ext cx="2026999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Plik </a:t>
            </a:r>
            <a:r>
              <a:rPr lang="pl-PL" sz="7200" b="1" dirty="0" err="1">
                <a:solidFill>
                  <a:schemeClr val="bg1"/>
                </a:solidFill>
                <a:cs typeface="Poppins SemiBold" panose="02000000000000000000" pitchFamily="2" charset="0"/>
              </a:rPr>
              <a:t>cpp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0112C7-99E0-ABD5-6804-999761B52441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az 6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9A1CBCB-ECB8-04B0-4B5B-2322BBD6D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1" y="2891905"/>
            <a:ext cx="11910117" cy="7020191"/>
          </a:xfrm>
          <a:prstGeom prst="rect">
            <a:avLst/>
          </a:prstGeom>
        </p:spPr>
      </p:pic>
      <p:pic>
        <p:nvPicPr>
          <p:cNvPr id="9" name="Obraz 8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FB27A4BF-E6C9-DB33-DBD4-08E13DB6DE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5916" y="2891905"/>
            <a:ext cx="9127972" cy="703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8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177A8-58EA-D4AE-89C9-6B95CEB9C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C1379-9DAF-B701-1647-9B2D5C080002}"/>
              </a:ext>
            </a:extLst>
          </p:cNvPr>
          <p:cNvSpPr txBox="1"/>
          <p:nvPr/>
        </p:nvSpPr>
        <p:spPr>
          <a:xfrm>
            <a:off x="84552" y="1783909"/>
            <a:ext cx="2026999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Plik </a:t>
            </a:r>
            <a:r>
              <a:rPr lang="pl-PL" sz="7200" b="1" dirty="0" err="1">
                <a:solidFill>
                  <a:schemeClr val="bg1"/>
                </a:solidFill>
                <a:cs typeface="Poppins SemiBold" panose="02000000000000000000" pitchFamily="2" charset="0"/>
              </a:rPr>
              <a:t>cpp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F0C4FF-D6ED-7C24-07B6-58C872116FCD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6784C2FF-CE9F-908C-4C50-701E59487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2891903"/>
            <a:ext cx="10953285" cy="7916303"/>
          </a:xfrm>
          <a:prstGeom prst="rect">
            <a:avLst/>
          </a:prstGeom>
        </p:spPr>
      </p:pic>
      <p:pic>
        <p:nvPicPr>
          <p:cNvPr id="8" name="Obraz 7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FF92566B-7DEB-12E1-3E09-1742CC527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6475" y="2907793"/>
            <a:ext cx="12261443" cy="790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61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1E656-908C-4931-7EBB-978C47E6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F801A-E865-49A9-F7F5-9B2DC505707F}"/>
              </a:ext>
            </a:extLst>
          </p:cNvPr>
          <p:cNvSpPr txBox="1"/>
          <p:nvPr/>
        </p:nvSpPr>
        <p:spPr>
          <a:xfrm>
            <a:off x="84552" y="1783909"/>
            <a:ext cx="2026999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Plik </a:t>
            </a:r>
            <a:r>
              <a:rPr lang="pl-PL" sz="7200" b="1" dirty="0" err="1">
                <a:solidFill>
                  <a:schemeClr val="bg1"/>
                </a:solidFill>
                <a:cs typeface="Poppins SemiBold" panose="02000000000000000000" pitchFamily="2" charset="0"/>
              </a:rPr>
              <a:t>cpp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615451-23B9-9650-917C-8B1459ED9E23}"/>
              </a:ext>
            </a:extLst>
          </p:cNvPr>
          <p:cNvCxnSpPr/>
          <p:nvPr/>
        </p:nvCxnSpPr>
        <p:spPr>
          <a:xfrm flipH="1">
            <a:off x="0" y="1783909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61B45D68-E095-5CC8-E64E-CB385B225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56" y="2891904"/>
            <a:ext cx="12740230" cy="820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20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607" y="2045696"/>
            <a:ext cx="788430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Schemat UML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0" y="17640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661E7D8-AD26-7F1E-C35B-DFD0CC095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790" y="-1"/>
            <a:ext cx="12103418" cy="1208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75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401" y="1605004"/>
            <a:ext cx="7884306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Wstępny projekt wyglądu GUI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0" y="1605004"/>
            <a:ext cx="167481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raz 7">
            <a:extLst>
              <a:ext uri="{FF2B5EF4-FFF2-40B4-BE49-F238E27FC236}">
                <a16:creationId xmlns:a16="http://schemas.microsoft.com/office/drawing/2014/main" id="{91A95A0E-8F62-1297-BDB9-4FEA33124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984" y="2125899"/>
            <a:ext cx="17500785" cy="98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1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12192000" y="0"/>
            <a:ext cx="12192000" cy="12079288"/>
          </a:xfrm>
          <a:prstGeom prst="rect">
            <a:avLst/>
          </a:prstGeom>
          <a:solidFill>
            <a:srgbClr val="154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772A91A-D3F3-66D2-34C5-9DC27B7781F7}"/>
              </a:ext>
            </a:extLst>
          </p:cNvPr>
          <p:cNvSpPr txBox="1"/>
          <p:nvPr/>
        </p:nvSpPr>
        <p:spPr>
          <a:xfrm>
            <a:off x="12466320" y="9608158"/>
            <a:ext cx="73350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400" b="1" dirty="0">
                <a:solidFill>
                  <a:schemeClr val="bg1"/>
                </a:solidFill>
              </a:rPr>
              <a:t>Autorzy:</a:t>
            </a:r>
          </a:p>
          <a:p>
            <a:r>
              <a:rPr lang="pl-PL" sz="4400" b="1" dirty="0">
                <a:solidFill>
                  <a:schemeClr val="bg1"/>
                </a:solidFill>
              </a:rPr>
              <a:t>Mirosław Franczak | 305511</a:t>
            </a:r>
          </a:p>
          <a:p>
            <a:r>
              <a:rPr lang="pl-PL" sz="4400" b="1" dirty="0">
                <a:solidFill>
                  <a:schemeClr val="bg1"/>
                </a:solidFill>
              </a:rPr>
              <a:t>Oktawian Wysocki | 313578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E08E2B1-D34D-84E6-F60E-58D557E64473}"/>
              </a:ext>
            </a:extLst>
          </p:cNvPr>
          <p:cNvSpPr txBox="1"/>
          <p:nvPr/>
        </p:nvSpPr>
        <p:spPr>
          <a:xfrm>
            <a:off x="274320" y="851882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600" b="1" dirty="0">
                <a:solidFill>
                  <a:schemeClr val="bg1"/>
                </a:solidFill>
              </a:rPr>
              <a:t>Dziękujemy za uwagę!</a:t>
            </a:r>
          </a:p>
        </p:txBody>
      </p:sp>
    </p:spTree>
    <p:extLst>
      <p:ext uri="{BB962C8B-B14F-4D97-AF65-F5344CB8AC3E}">
        <p14:creationId xmlns:p14="http://schemas.microsoft.com/office/powerpoint/2010/main" val="143727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E4E6E8"/>
      </a:lt2>
      <a:accent1>
        <a:srgbClr val="000000"/>
      </a:accent1>
      <a:accent2>
        <a:srgbClr val="7F7F7F"/>
      </a:accent2>
      <a:accent3>
        <a:srgbClr val="A7A7A7"/>
      </a:accent3>
      <a:accent4>
        <a:srgbClr val="000000"/>
      </a:accent4>
      <a:accent5>
        <a:srgbClr val="7F7F7F"/>
      </a:accent5>
      <a:accent6>
        <a:srgbClr val="DCDDD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5043</TotalTime>
  <Words>137</Words>
  <Application>Microsoft Office PowerPoint</Application>
  <PresentationFormat>Niestandardowy</PresentationFormat>
  <Paragraphs>29</Paragraphs>
  <Slides>10</Slides>
  <Notes>2</Notes>
  <HiddenSlides>0</HiddenSlides>
  <MMClips>1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7" baseType="lpstr">
      <vt:lpstr>Arial</vt:lpstr>
      <vt:lpstr>Barlow SCK SemiBold</vt:lpstr>
      <vt:lpstr>Calibri</vt:lpstr>
      <vt:lpstr>Montserrat Light</vt:lpstr>
      <vt:lpstr>Montserrat SemiBold</vt:lpstr>
      <vt:lpstr>Poppins SemiBold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Oktawian Wysocki (ow313578)</cp:lastModifiedBy>
  <cp:revision>917</cp:revision>
  <dcterms:created xsi:type="dcterms:W3CDTF">2016-06-20T18:47:00Z</dcterms:created>
  <dcterms:modified xsi:type="dcterms:W3CDTF">2025-10-12T22:50:41Z</dcterms:modified>
</cp:coreProperties>
</file>